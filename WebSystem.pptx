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9E3A5F-19C5-6D2C-0CEE-07D3AB0A4499}" v="27" dt="2026-01-13T00:34:03.4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123019" userId="S::t123019@ed.sus.ac.jp::8fbbd22a-aa46-4662-84a1-a13427d84066" providerId="AD" clId="Web-{C89E3A5F-19C5-6D2C-0CEE-07D3AB0A4499}"/>
    <pc:docChg chg="addSld modSld">
      <pc:chgData name="T123019" userId="S::t123019@ed.sus.ac.jp::8fbbd22a-aa46-4662-84a1-a13427d84066" providerId="AD" clId="Web-{C89E3A5F-19C5-6D2C-0CEE-07D3AB0A4499}" dt="2026-01-13T00:34:03.492" v="26" actId="20577"/>
      <pc:docMkLst>
        <pc:docMk/>
      </pc:docMkLst>
      <pc:sldChg chg="modSp">
        <pc:chgData name="T123019" userId="S::t123019@ed.sus.ac.jp::8fbbd22a-aa46-4662-84a1-a13427d84066" providerId="AD" clId="Web-{C89E3A5F-19C5-6D2C-0CEE-07D3AB0A4499}" dt="2026-01-13T00:33:02.493" v="21" actId="20577"/>
        <pc:sldMkLst>
          <pc:docMk/>
          <pc:sldMk cId="715197104" sldId="256"/>
        </pc:sldMkLst>
        <pc:spChg chg="mod">
          <ac:chgData name="T123019" userId="S::t123019@ed.sus.ac.jp::8fbbd22a-aa46-4662-84a1-a13427d84066" providerId="AD" clId="Web-{C89E3A5F-19C5-6D2C-0CEE-07D3AB0A4499}" dt="2026-01-13T00:30:59.068" v="20" actId="20577"/>
          <ac:spMkLst>
            <pc:docMk/>
            <pc:sldMk cId="715197104" sldId="256"/>
            <ac:spMk id="2" creationId="{C0D77784-9D49-4F69-A465-740D9E149E36}"/>
          </ac:spMkLst>
        </pc:spChg>
        <pc:spChg chg="mod">
          <ac:chgData name="T123019" userId="S::t123019@ed.sus.ac.jp::8fbbd22a-aa46-4662-84a1-a13427d84066" providerId="AD" clId="Web-{C89E3A5F-19C5-6D2C-0CEE-07D3AB0A4499}" dt="2026-01-13T00:33:02.493" v="21" actId="20577"/>
          <ac:spMkLst>
            <pc:docMk/>
            <pc:sldMk cId="715197104" sldId="256"/>
            <ac:spMk id="3" creationId="{D0EA5E7D-A658-8758-F4E5-583EE889838D}"/>
          </ac:spMkLst>
        </pc:spChg>
      </pc:sldChg>
      <pc:sldChg chg="modSp new">
        <pc:chgData name="T123019" userId="S::t123019@ed.sus.ac.jp::8fbbd22a-aa46-4662-84a1-a13427d84066" providerId="AD" clId="Web-{C89E3A5F-19C5-6D2C-0CEE-07D3AB0A4499}" dt="2026-01-13T00:34:03.492" v="26" actId="20577"/>
        <pc:sldMkLst>
          <pc:docMk/>
          <pc:sldMk cId="2428908372" sldId="257"/>
        </pc:sldMkLst>
        <pc:spChg chg="mod">
          <ac:chgData name="T123019" userId="S::t123019@ed.sus.ac.jp::8fbbd22a-aa46-4662-84a1-a13427d84066" providerId="AD" clId="Web-{C89E3A5F-19C5-6D2C-0CEE-07D3AB0A4499}" dt="2026-01-13T00:34:03.492" v="26" actId="20577"/>
          <ac:spMkLst>
            <pc:docMk/>
            <pc:sldMk cId="2428908372" sldId="257"/>
            <ac:spMk id="2" creationId="{77C8349B-8A22-1384-CD41-E55150F6606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50B3A2-3980-D78F-FF58-0ABE7976F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674847F-EE3D-9540-E01C-CF364D9040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D1178D-EFD2-3888-B20D-57B01A1DA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0C68-E448-4F4A-94A2-A663197E84C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917D999-7D2A-80F2-9027-D2A0F222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7D9E2F-646D-B003-9491-FCA82B481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227C3-6BE1-478C-BF4F-D259E36ED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1037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57E916-9539-CE05-E88A-7D9256AA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4694D4-E83F-CDF1-AF78-CCD53FF28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2FA378-CD83-39CF-5032-AC461A5F2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0C68-E448-4F4A-94A2-A663197E84C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85BEBB-1901-79EE-18C9-9018C1E73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FBF8EC-B768-E3A6-2DEA-3A6FB5DC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227C3-6BE1-478C-BF4F-D259E36ED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403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FB7D06-7B1A-EE0B-471B-291864F46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0C8549-3CBF-6E25-16EB-ECE66141F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7C03CA-24AE-C719-F4DD-0585163F4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0C68-E448-4F4A-94A2-A663197E84C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72427B-F046-FEF7-5165-6ADBC5796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1249F4-6F02-E877-2E84-0CAAD2A00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227C3-6BE1-478C-BF4F-D259E36ED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9714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6C4AB1-3620-11F6-43FE-6D0E1824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B6FB51-59A6-1D27-19B4-2A51D2A51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A8FF36C-3FEA-8F48-901C-0D3CC6B34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CF548B4-AAA9-5E53-F5D0-B0736CBD8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0C68-E448-4F4A-94A2-A663197E84C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CF0D261-8D12-55B0-8EF9-2F8DA1F2F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AA74C7-9918-4E21-A44B-578B33B10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227C3-6BE1-478C-BF4F-D259E36ED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5967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BE141F-A649-262C-3E6C-22AD708EA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17FDA6-ED82-9A6F-6649-47837646F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92B25A-BB39-876E-D78A-F98316B5FC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0B0B1BB-A2D0-0341-20A4-08E2E06FC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BBE6283-3240-205F-276E-3A2A722A6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36CDFD7-428A-0487-1BD9-7895737FB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0C68-E448-4F4A-94A2-A663197E84C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0560BC8-545F-DC23-25B6-D0B528AE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0480D44-E681-AE64-1772-51DA89CAB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227C3-6BE1-478C-BF4F-D259E36ED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4852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6A7298-F258-097D-F828-8732BA7F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EF3A93B-1654-4167-5FF3-E473A4F2A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0C68-E448-4F4A-94A2-A663197E84C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9DDA7CC-ABEE-4B74-BB03-391EB82F5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0AF64EB-A6AC-9E11-5212-5FA4D0900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227C3-6BE1-478C-BF4F-D259E36ED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784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920326C-DFBF-9852-3702-B0ED6358F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0C68-E448-4F4A-94A2-A663197E84C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C1592BD-047E-9694-C9C5-16C72B7F0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BC99485-9370-3A72-68D8-07EDA2FE2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227C3-6BE1-478C-BF4F-D259E36ED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6261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42A905-8953-C12C-5BA0-2EBA17F73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BFD389-9FA3-5C2E-45D9-B063391A8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6DE4DA-A7BC-BD66-0C1A-D05FB0586B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AC236B-45AD-55BA-17DD-E3B98C6AD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0C68-E448-4F4A-94A2-A663197E84C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A36CDE-996A-5B31-1CE6-90760F0E0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88FED4-1A23-8A04-7C9F-4A2793C30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227C3-6BE1-478C-BF4F-D259E36ED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1852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9E7BC1-EE75-4F92-CA5D-1A815E38B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9A88399-5755-06E5-93BD-3EE5E3CC74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03598F9-94F1-35F5-5A84-A95AAB1D3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3209A5-9EA5-1E04-7066-C65903234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0C68-E448-4F4A-94A2-A663197E84C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D8179D-D15C-5F8C-0AE5-632EB4E8D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9B7B95-8ED7-C9DD-F887-D7A4AD35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227C3-6BE1-478C-BF4F-D259E36ED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760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81CE76-EEB4-145E-D34C-6D61EA044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6221CC4-8E54-1C54-4E3B-42CB872AC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7D405A-6EBA-2423-D5C2-0213C466C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0C68-E448-4F4A-94A2-A663197E84C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6C177D-984A-04EF-A360-883D0F125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AEF18A-8AE8-78BB-D290-8188C0C35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227C3-6BE1-478C-BF4F-D259E36ED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1076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D616E0D-2241-1EC2-6648-E0BD6E8808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FDECB35-E6E6-3A1F-AC12-7E55704A08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516241-A105-EA5A-96A0-00DD53DD8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20C68-E448-4F4A-94A2-A663197E84C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252481-0A0C-E14A-9BEB-E662BFF2B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43D15C-8C07-A932-D664-60A4B9F21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227C3-6BE1-478C-BF4F-D259E36ED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484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A3FD4F9-B72D-57B0-10C8-9E2EFB288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ECB0E0-0B1B-D7FB-B94F-2117C13D6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047479-56F0-068D-54BE-6FCF77DC4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20C68-E448-4F4A-94A2-A663197E84C6}" type="datetimeFigureOut">
              <a:rPr kumimoji="1" lang="ja-JP" altLang="en-US" smtClean="0"/>
              <a:t>2026/1/12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7EDA59-CDA9-1795-FC05-8916FABAA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639FE0F-DD53-4887-03B1-CE2CFCC243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227C3-6BE1-478C-BF4F-D259E36ED3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2431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D77784-9D49-4F69-A465-740D9E149E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WebSystemDesign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0EA5E7D-A658-8758-F4E5-583EE88983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游ゴシック"/>
              </a:rPr>
              <a:t>グループ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5197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8349B-8A22-1384-CD41-E55150F66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目的</a:t>
            </a:r>
            <a:endParaRPr lang="en-US">
              <a:ea typeface="游ゴシック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2E585-9168-A329-4BF7-EE8A9FC1A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428908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テーマ</vt:lpstr>
      <vt:lpstr>WebSystemDesign</vt:lpstr>
      <vt:lpstr>目的</vt:lpstr>
    </vt:vector>
  </TitlesOfParts>
  <Company>Suwa University of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T123019</dc:creator>
  <cp:revision>1</cp:revision>
  <dcterms:created xsi:type="dcterms:W3CDTF">2026-01-13T00:07:43Z</dcterms:created>
  <dcterms:modified xsi:type="dcterms:W3CDTF">2026-01-13T00:34:50Z</dcterms:modified>
</cp:coreProperties>
</file>